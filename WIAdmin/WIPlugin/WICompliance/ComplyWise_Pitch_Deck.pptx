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ComplyWise Hospitality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Compliance, food safety, records, and readiness</a:t>
            </a:r>
          </a:p>
          <a:p>
            <a:r>
              <a:t>for hospitality businesses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struggle with:</a:t>
            </a:r>
          </a:p>
          <a:p>
            <a:r>
              <a:t>- Legal complexity</a:t>
            </a:r>
          </a:p>
          <a:p>
            <a:r>
              <a:t>- Record keeping</a:t>
            </a:r>
          </a:p>
          <a:p>
            <a:r>
              <a:t>- Inspections</a:t>
            </a:r>
          </a:p>
          <a:p>
            <a:r>
              <a:t>- 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compliance operating system:</a:t>
            </a:r>
          </a:p>
          <a:p>
            <a:r>
              <a:t>- Setup</a:t>
            </a:r>
          </a:p>
          <a:p>
            <a:r>
              <a:t>- Manage</a:t>
            </a:r>
          </a:p>
          <a:p>
            <a:r>
              <a:t>- Track</a:t>
            </a:r>
          </a:p>
          <a:p>
            <a:r>
              <a:t>-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 Wizard</a:t>
            </a:r>
          </a:p>
          <a:p>
            <a:r>
              <a:t>Legal Register</a:t>
            </a:r>
          </a:p>
          <a:p>
            <a:r>
              <a:t>Checklists</a:t>
            </a:r>
          </a:p>
          <a:p>
            <a:r>
              <a:t>Logs &amp; Records</a:t>
            </a:r>
          </a:p>
          <a:p>
            <a:r>
              <a:t>GDPR</a:t>
            </a:r>
          </a:p>
          <a:p>
            <a:r>
              <a:t>Reminders</a:t>
            </a:r>
          </a:p>
          <a:p>
            <a:r>
              <a:t>Archive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checklists</a:t>
            </a:r>
          </a:p>
          <a:p>
            <a:r>
              <a:t>Audit-ready logs</a:t>
            </a:r>
          </a:p>
          <a:p>
            <a:r>
              <a:t>Automated reminders</a:t>
            </a:r>
          </a:p>
          <a:p>
            <a:r>
              <a:t>Retention-based archive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Restaurants</a:t>
            </a:r>
          </a:p>
          <a:p>
            <a:r>
              <a:t>Cafés</a:t>
            </a:r>
          </a:p>
          <a:p>
            <a:r>
              <a:t>Pubs</a:t>
            </a:r>
          </a:p>
          <a:p>
            <a:r>
              <a:t>Hotels</a:t>
            </a:r>
          </a:p>
          <a:p>
            <a:r>
              <a:t>Takeaways</a:t>
            </a:r>
          </a:p>
          <a:p>
            <a:r>
              <a:t>Food trucks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 (Free)</a:t>
            </a:r>
          </a:p>
          <a:p>
            <a:r>
              <a:t>Standard (Subscription)</a:t>
            </a:r>
          </a:p>
          <a:p>
            <a:r>
              <a:t>Add-ons</a:t>
            </a:r>
          </a:p>
          <a:p>
            <a:r>
              <a:t>Enterprise (Multi-site)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Core system</a:t>
            </a:r>
          </a:p>
          <a:p>
            <a:r>
              <a:t>Phase 2: Add-ons</a:t>
            </a:r>
          </a:p>
          <a:p>
            <a:r>
              <a:t>Phase 3: Multi-industry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ComplyWise = Global compliance platform</a:t>
            </a:r>
          </a:p>
          <a:p>
            <a:r>
              <a:t>Hospitality → Healthcare → Retail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